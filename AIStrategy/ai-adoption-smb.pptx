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F2B33D">
              <a:alpha val="30000"/>
            </a:srgbClr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2377440" cy="237744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EVENT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Your Business for AI Adoption &amp; Scale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 and medium businesses can get started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365760" cy="36576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Balamurugan Balakreshnan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Cloud Solution Architect  |  Microsoft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for SMBs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showing up everywhere across business — but the real question for small and medium businesses isn't whether to adopt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where to start.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do everything at once leads to wasted spend and stalled projects. SMBs win by picking a few high-impact areas, proving value quickly, and scaling from there.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0" y="1554480"/>
            <a:ext cx="329184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 area beats a dozen pilots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40680" y="2606040"/>
            <a:ext cx="329184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834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6364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saved, customers served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40680" y="3657600"/>
            <a:ext cx="329184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38862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wins, not big bets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BEGIN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High-Value Starting 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148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8308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Source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policies, manuals, and SOPs into instant answers for your team.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1554480"/>
            <a:ext cx="2148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78308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51760" y="306324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responses, 24/7 availability, agents freed up for higher-value work.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554480"/>
            <a:ext cx="2148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0" y="178308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202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306324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RFPs, flyers, personalized ads, websites — punch above your weight.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95160" y="1554480"/>
            <a:ext cx="2148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26680" y="178308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9202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&amp; Enablement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306324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faster, upskill in the flow of work, audit-ready records.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329184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21031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383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SMB sits on a goldmine of unstructured knowledge.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internal search and Q&amp;A over your existing documents — policies, manuals, SOPs, past projects.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0" y="3108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ramp-up time for new hires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repetitive "where do I find…" questions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institutional knowledge as people move 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Source —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ways SMBs turn internal knowledge into instant answers.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Helpdesk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vacation days do I have?" — pulled straight from the employee handbook.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asks for pricing on Product X — the latest spec sheet answers.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Self-Service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reset my VPN?" — sourced from the internal IT wiki, 24/7.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asks for line 3's cleaning procedure — exact steps surface.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Q&amp;A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audit questions answered from quality docs without SharePoint diving.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we learn from the Acme project?" — past retros surface.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0" y="1417320"/>
            <a:ext cx="329184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031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ROI shows up fastest.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assistants for tier-1 questions, automated email triage, and summarized call transcripts for agents.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times across channels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 without 24/7 staffing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agents focused on higher-value conversations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Care —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shows up first for your customers — and your agents.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my order?" — checks the ERP and replies in chat instantly.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FAQ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hours, returns, shipping, and product questions around the clock.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emails auto-categorized and routed with a draft reply ready.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Summaries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support call → 3-sentence summary + action items in the CRM.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customer email flagged to a manager before it escalates.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live call, AI suggests policy answers and troubleshooting in real time.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shows up most visibly to customers — and where SMBs can punch above their weight.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tailor proposals in a fraction of the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 &amp; Collateral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first drafts of brochures and one-pagers.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messaging to each customer segment.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copy, generate landing pages, summarize products.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creative, draft variants, analyze performance.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Outreach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subject lines and follow-ups at scale.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Marketing —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scenarios where AI helps SMBs punch above their weight.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First Draft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80-page RFP → requirements extracted, first response drafted by Monday.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Sale Flyer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promo drafted in 5 minutes, ready for designer polish.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customers each get a note referencing their last purchase.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Refresh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copy for 200 SKUs rewritten in a consistent brand voice.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Headline Variants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headline variants generated; A/B test picks the winner.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Repurpose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blog → 5 LinkedIn posts, 3 tweets, 2 Instagram captions.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&amp; Enablement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329184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383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static documents into living, on-demand training.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0" y="1874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onboarding decks and PDFs with personalized, interactive learning generated from your existing documents.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0" y="3154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productivity for new hires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learning in the flow of 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training records for every process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—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upskilling, and process training — driven by your own docs.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30/60/90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plan tailored to the new hire's role and prior experience.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Q&amp;A Bot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handles expenses?" answered from policies and directory instantly.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05740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Buddy-Style Practice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role-plays a tough call so the new hire practices before doing it for real.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200-page manuals become 5-minute lessons taken in the flow of work.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→ Interactive Guide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30-page SOP becomes a branching walkthrough with if/then logic.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8328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8328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Records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quiz, completion, and refresh logged for ISO, SOC 2, HIPAA.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AI-Powered Training Saves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industry-observed ranges — actual savings depend on your baseline.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ramp-up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 → 6–12 weeks to full productivity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→ Days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development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hour course-build drops to under 10 hours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7220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"how do I" tickets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procedural questions answered instantly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1–2 day SME waits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stop being interrupted for the same question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33375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refresh 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changes roll out in days, not next quarter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651760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Queryable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722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prep, not buried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Completion, version history, and quiz scores on demand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to Get Started With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custom — start with off-the-shelf tools your team can use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M365 — Word, Excel, PowerPoint, Outlook, Teams. Lowest-friction start.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96596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assistant with strong reasoning and a business plan for data privacy.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96596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long-document analysis and writing quality; Team plan for business use.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AI workspace that runs multi-step tasks across your M365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29184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29184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 Google Workspace — Docs, Sheets, Gmail. Best fit if you run on Google.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291840"/>
            <a:ext cx="2651760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291840"/>
            <a:ext cx="73152" cy="123444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 / Slack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 your wiki and chat — summaries, drafts, search across history.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PROMPTS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Them — By Role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your team can paste in tomorrow morning.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8745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week's escalation emails — tell me the three I need to handle."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3317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follow-up referencing my last call notes and the case study attached."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7889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this press release into a LinkedIn post, a tweet thread, and a sell sheet."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2461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this call transcript, write the case summary, action items, and follow-up email."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37033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new-hire welcome email and a 30/60/90 plan from this job description."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737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4160520"/>
            <a:ext cx="64008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4160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this expense report and flag anything that's outside policy."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FILTER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Pick Your Starting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your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→ Copilot. Google → Gemini. Neither → ChatGPT or Claude.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5448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83080"/>
            <a:ext cx="548640" cy="54864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focus area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057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needs grounding. Customer care needs ticket integration. Sales benefits from a specialist.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the business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may train on your data. Paid plans (~$20–$30/user/mo) don't, and the ROI is trivial.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337560"/>
            <a:ext cx="548640" cy="54864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general + one specialist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sprawl across twenty tools. Start narrow, prove value, then expand.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 Champion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77440" cy="2377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651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691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successful AI rollout has one passionate champion.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0" y="2743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is genuinely excited about AI — willing to try things, share wins, and bring others along.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0" y="3703320"/>
            <a:ext cx="45720" cy="640080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champion, AI initiatives stall. Find that person first.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MOMENTUM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a Small, Enthusiastic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start with a steering committee of twenty.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three to five people passionate about AI or technology. Keep it small, keep it nimble, and let them experiment.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move quickly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enough to cover business + tech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to make decisions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828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82880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926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926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people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champion + a small team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Business Value, Not Technology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lose executive buy-in is to lead with model names and architecture.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02336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lead with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33172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lead with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names and benchmarks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and costs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880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week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 for customers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proposal win rates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repetitive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First, Then Skill Your People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tools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AI tools you'll actually use before training your team. Generic AI literacy without a tool to practice on doesn't stick.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the leadership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3017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need to use AI themselves to make smart decisions about it. A leader who has never opened the tool can't credibly champion it.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6459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745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hands-on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17920" y="3017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theory. Train on real workflows — drafting emails, summarizing docs, responding to customers, building proposals.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 &amp; Accountability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powerful. Power without guardrails creates risk. Bake these in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069080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when AI is being used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approved tools and data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AI-generated content identifiable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4069080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2331720"/>
            <a:ext cx="640080" cy="64008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92040" y="3108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is responsible for every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processes for customer-facing content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usage, monitor errors, learn fast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FIVE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SMB Playbook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starting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92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Source, Customer Care, Sales &amp; Marketing, or Training &amp; Enablement — not all four at once.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02920" cy="50292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champion and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passionate, empowered to experiment.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770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tools before training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tools first; skilling lands better when people can practice.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64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business outcomes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75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saved, revenue won, customers served — not model details.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59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transparency and accountability in from day 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what separate sustainable adoption from a one-quarter experiment.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for SMBs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108960" cy="3108960"/>
          </a:xfrm>
          <a:prstGeom prst="ellipse">
            <a:avLst/>
          </a:prstGeom>
          <a:solidFill>
            <a:srgbClr val="F2B33D">
              <a:alpha val="30000"/>
            </a:srgbClr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91840"/>
            <a:ext cx="2560320" cy="256032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adoption isn't a technology project.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people and process project that happens to use technology.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65760" cy="36576"/>
          </a:xfrm>
          <a:prstGeom prst="rect">
            <a:avLst/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this week. Pick one area. Find your champion. Go.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Preparing Your Business for AI Adoption &amp; Scale</dc:title>
  <dc:subject>PptxGenJS Presentation</dc:subject>
  <dc:creator>Balamurugan Balakreshnan</dc:creator>
  <cp:lastModifiedBy>Balamurugan Balakreshnan</cp:lastModifiedBy>
  <cp:revision>1</cp:revision>
  <dcterms:created xsi:type="dcterms:W3CDTF">2026-05-26T12:03:33Z</dcterms:created>
  <dcterms:modified xsi:type="dcterms:W3CDTF">2026-05-26T12:03:33Z</dcterms:modified>
</cp:coreProperties>
</file>